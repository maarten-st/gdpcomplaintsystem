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UiPath </a:t>
            </a:r>
            <a:r>
              <a:rPr lang="en-US" dirty="0" err="1"/>
              <a:t>AgentHack</a:t>
            </a:r>
            <a:r>
              <a:rPr lang="en-US" dirty="0"/>
              <a:t>.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rPr lang="en-MT" dirty="0"/>
              <a:t>Presentation title goes here</a:t>
            </a:r>
            <a:br>
              <a:rPr lang="en-MT" dirty="0"/>
            </a:br>
            <a:r>
              <a:rPr lang="en-MT" dirty="0"/>
              <a:t>in maximum 2 lines.</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pic>
        <p:nvPicPr>
          <p:cNvPr id="5" name="Picture 2">
            <a:extLst>
              <a:ext uri="{FF2B5EF4-FFF2-40B4-BE49-F238E27FC236}">
                <a16:creationId xmlns:a16="http://schemas.microsoft.com/office/drawing/2014/main" id="{8D8FDD73-F412-713B-3DD2-71DA1C30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334"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6">
            <a:extLst>
              <a:ext uri="{FF2B5EF4-FFF2-40B4-BE49-F238E27FC236}">
                <a16:creationId xmlns:a16="http://schemas.microsoft.com/office/drawing/2014/main" id="{03A01159-846F-0F7B-6E10-2F795B0A06AA}"/>
              </a:ext>
            </a:extLst>
          </p:cNvPr>
          <p:cNvSpPr>
            <a:spLocks noGrp="1"/>
          </p:cNvSpPr>
          <p:nvPr/>
        </p:nvSpPr>
        <p:spPr>
          <a:xfrm>
            <a:off x="3216503"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7" name="Text Placeholder 11">
            <a:extLst>
              <a:ext uri="{FF2B5EF4-FFF2-40B4-BE49-F238E27FC236}">
                <a16:creationId xmlns:a16="http://schemas.microsoft.com/office/drawing/2014/main" id="{2D9BC4B5-779B-1958-1E56-3B92969E86DF}"/>
              </a:ext>
            </a:extLst>
          </p:cNvPr>
          <p:cNvSpPr>
            <a:spLocks noGrp="1"/>
          </p:cNvSpPr>
          <p:nvPr/>
        </p:nvSpPr>
        <p:spPr>
          <a:xfrm>
            <a:off x="3105672" y="5062793"/>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pic>
        <p:nvPicPr>
          <p:cNvPr id="8" name="Picture 2">
            <a:extLst>
              <a:ext uri="{FF2B5EF4-FFF2-40B4-BE49-F238E27FC236}">
                <a16:creationId xmlns:a16="http://schemas.microsoft.com/office/drawing/2014/main" id="{7DBA6F5D-90AD-506A-CE4D-89319B51C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716"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B970237-0361-6A57-6B9D-3344AC7DBB09}"/>
              </a:ext>
            </a:extLst>
          </p:cNvPr>
          <p:cNvSpPr>
            <a:spLocks noGrp="1"/>
          </p:cNvSpPr>
          <p:nvPr/>
        </p:nvSpPr>
        <p:spPr>
          <a:xfrm>
            <a:off x="6148101"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10" name="Text Placeholder 11">
            <a:extLst>
              <a:ext uri="{FF2B5EF4-FFF2-40B4-BE49-F238E27FC236}">
                <a16:creationId xmlns:a16="http://schemas.microsoft.com/office/drawing/2014/main" id="{242DAF2E-2BDB-8C60-D764-D5185EBF89A0}"/>
              </a:ext>
            </a:extLst>
          </p:cNvPr>
          <p:cNvSpPr>
            <a:spLocks noGrp="1"/>
          </p:cNvSpPr>
          <p:nvPr/>
        </p:nvSpPr>
        <p:spPr>
          <a:xfrm>
            <a:off x="6148101"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pic>
        <p:nvPicPr>
          <p:cNvPr id="11" name="Picture 2">
            <a:extLst>
              <a:ext uri="{FF2B5EF4-FFF2-40B4-BE49-F238E27FC236}">
                <a16:creationId xmlns:a16="http://schemas.microsoft.com/office/drawing/2014/main" id="{49E04C0B-2472-ED45-82CC-742C963F7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5098"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6">
            <a:extLst>
              <a:ext uri="{FF2B5EF4-FFF2-40B4-BE49-F238E27FC236}">
                <a16:creationId xmlns:a16="http://schemas.microsoft.com/office/drawing/2014/main" id="{B647BEE1-A482-AA4D-385A-A902F0852F5E}"/>
              </a:ext>
            </a:extLst>
          </p:cNvPr>
          <p:cNvSpPr>
            <a:spLocks noGrp="1"/>
          </p:cNvSpPr>
          <p:nvPr/>
        </p:nvSpPr>
        <p:spPr>
          <a:xfrm>
            <a:off x="8858415"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13" name="Text Placeholder 11">
            <a:extLst>
              <a:ext uri="{FF2B5EF4-FFF2-40B4-BE49-F238E27FC236}">
                <a16:creationId xmlns:a16="http://schemas.microsoft.com/office/drawing/2014/main" id="{D0822F4C-6C78-11B3-C564-A83C5BAD18B2}"/>
              </a:ext>
            </a:extLst>
          </p:cNvPr>
          <p:cNvSpPr>
            <a:spLocks noGrp="1"/>
          </p:cNvSpPr>
          <p:nvPr/>
        </p:nvSpPr>
        <p:spPr>
          <a:xfrm>
            <a:off x="8881502"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Job title @Company jane.doe@uipath.com </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US" dirty="0"/>
              <a:t>Team name</a:t>
            </a:r>
            <a:r>
              <a:rPr lang="en-US" b="0" dirty="0"/>
              <a:t>​</a:t>
            </a:r>
            <a:br>
              <a:rPr lang="en-US" b="0" dirty="0"/>
            </a:br>
            <a:r>
              <a:rPr lang="en-US" dirty="0"/>
              <a:t>Project title (if any)</a:t>
            </a:r>
            <a:r>
              <a:rPr lang="en-US" b="0" dirty="0"/>
              <a:t>​</a:t>
            </a: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buFont typeface="Arial" panose="020B0604020202020204" pitchFamily="34" charset="0"/>
              <a:buChar char="•"/>
            </a:pPr>
            <a:r>
              <a:rPr lang="en-US" dirty="0"/>
              <a:t>What real-world problem are you solving?​</a:t>
            </a:r>
          </a:p>
          <a:p>
            <a:pPr marL="285750" indent="-285750" fontAlgn="base">
              <a:buFont typeface="Arial" panose="020B0604020202020204" pitchFamily="34" charset="0"/>
              <a:buChar char="•"/>
            </a:pPr>
            <a:r>
              <a:rPr lang="en-US" dirty="0"/>
              <a:t>Why does it matter?</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buFont typeface="Arial" panose="020B0604020202020204" pitchFamily="34" charset="0"/>
              <a:buChar char="•"/>
            </a:pPr>
            <a:r>
              <a:rPr lang="en-US" dirty="0"/>
              <a:t>Brief summary of the solution and what makes it unique​</a:t>
            </a:r>
          </a:p>
          <a:p>
            <a:pPr marL="285750" indent="-285750" fontAlgn="base">
              <a:buFont typeface="Arial" panose="020B0604020202020204" pitchFamily="34" charset="0"/>
              <a:buChar char="•"/>
            </a:pPr>
            <a:r>
              <a:rPr lang="en-US" dirty="0"/>
              <a:t>High-level value prop or innovation angle</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End-user</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User department</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pPr algn="l" fontAlgn="base">
                        <a:lnSpc>
                          <a:spcPts val="1425"/>
                        </a:lnSpc>
                        <a:buNone/>
                      </a:pPr>
                      <a:r>
                        <a:rPr lang="en-US" sz="1800" b="1" i="0" u="none" strike="noStrike">
                          <a:solidFill>
                            <a:srgbClr val="FFFFFF"/>
                          </a:solidFill>
                          <a:effectLst/>
                          <a:latin typeface="Arial" panose="020B0604020202020204" pitchFamily="34" charset="0"/>
                        </a:rPr>
                        <a:t>Industries</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UiPath products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a:solidFill>
                            <a:srgbClr val="000000"/>
                          </a:solidFill>
                          <a:effectLst/>
                          <a:latin typeface="Arial" panose="020B0604020202020204" pitchFamily="34" charset="0"/>
                        </a:rPr>
                        <a:t>Lorem Ipsum</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Other - integrations / APIs / technologies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bg1"/>
                </a:solidFill>
              </a:rPr>
              <a:t>What does this agent actually achieve?</a:t>
            </a:r>
          </a:p>
          <a:p>
            <a:pPr marL="285750" indent="-285750">
              <a:buFont typeface="Arial" panose="020B0604020202020204" pitchFamily="34" charset="0"/>
              <a:buChar char="•"/>
            </a:pPr>
            <a:r>
              <a:rPr lang="en-US" sz="1800" b="0" dirty="0">
                <a:solidFill>
                  <a:schemeClr val="bg1"/>
                </a:solidFill>
              </a:rPr>
              <a:t>Time saved, steps automated, user pain reduced, etc.</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Details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This slide is optional, but you may want to show the jury your agentic architecture — including a visual representation of how your agents interact, trigger workflows, connect, and integrate with other systems.</a:t>
            </a:r>
            <a:br>
              <a:rPr lang="en-US" sz="1800" b="0" dirty="0">
                <a:solidFill>
                  <a:schemeClr val="bg1"/>
                </a:solidFill>
              </a:rPr>
            </a:br>
            <a:endParaRPr lang="en-US" sz="1800" b="0" dirty="0">
              <a:solidFill>
                <a:schemeClr val="bg1"/>
              </a:solidFill>
            </a:endParaRPr>
          </a:p>
        </p:txBody>
      </p:sp>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Miscellaneous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If you need extra slides for your submission, feel free to duplicate this one. </a:t>
            </a:r>
          </a:p>
          <a:p>
            <a:r>
              <a:rPr lang="en-US" sz="1800" b="0" dirty="0">
                <a:solidFill>
                  <a:schemeClr val="bg1"/>
                </a:solidFill>
              </a:rPr>
              <a:t>However, make sure you keep it under 10 slides. </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rPr lang="en-MT" dirty="0"/>
              <a:t>Closing message goes here.</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254F6064BC8CB4DBC9614F62EB343A6" ma:contentTypeVersion="11" ma:contentTypeDescription="Een nieuw document maken." ma:contentTypeScope="" ma:versionID="c0cd165347d4cf141076afe8de431757">
  <xsd:schema xmlns:xsd="http://www.w3.org/2001/XMLSchema" xmlns:xs="http://www.w3.org/2001/XMLSchema" xmlns:p="http://schemas.microsoft.com/office/2006/metadata/properties" xmlns:ns2="a61ad9c0-afcc-4328-b766-5d2b6f85b4b8" xmlns:ns3="7aa6d52c-8f9b-46c5-b0c8-847a642ab082" targetNamespace="http://schemas.microsoft.com/office/2006/metadata/properties" ma:root="true" ma:fieldsID="ef10b36e85d748253a2ed8f933333490" ns2:_="" ns3:_="">
    <xsd:import namespace="a61ad9c0-afcc-4328-b766-5d2b6f85b4b8"/>
    <xsd:import namespace="7aa6d52c-8f9b-46c5-b0c8-847a642ab08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1ad9c0-afcc-4328-b766-5d2b6f85b4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d2998bec-b809-4b7b-a52a-864659d8be8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a6d52c-8f9b-46c5-b0c8-847a642ab082"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d5298202-fe52-4bb8-86e8-7318da0d86d6}" ma:internalName="TaxCatchAll" ma:showField="CatchAllData" ma:web="7aa6d52c-8f9b-46c5-b0c8-847a642ab0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61ad9c0-afcc-4328-b766-5d2b6f85b4b8">
      <Terms xmlns="http://schemas.microsoft.com/office/infopath/2007/PartnerControls"/>
    </lcf76f155ced4ddcb4097134ff3c332f>
    <TaxCatchAll xmlns="7aa6d52c-8f9b-46c5-b0c8-847a642ab082"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62B74A59-ADCE-43BE-A0CE-578F222D1DCC}"/>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0x0101006254F6064BC8CB4DBC9614F62EB343A6</vt:lpwstr>
  </property>
  <property fmtid="{D5CDD505-2E9C-101B-9397-08002B2CF9AE}" pid="3" name="MediaServiceImageTags">
    <vt:lpwstr/>
  </property>
</Properties>
</file>